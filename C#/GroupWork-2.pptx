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63" r:id="rId4"/>
    <p:sldId id="285" r:id="rId5"/>
  </p:sldIdLst>
  <p:sldSz cx="12192000" cy="6858000"/>
  <p:notesSz cx="9144000" cy="6858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2430780" y="989965"/>
            <a:ext cx="7280276" cy="4449445"/>
            <a:chOff x="2655655" y="744096"/>
            <a:chExt cx="6701164" cy="4093888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2655655" y="4414398"/>
              <a:ext cx="6701164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endParaRPr 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744096"/>
              <a:ext cx="3316567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altLang="zh-CN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90204" pitchFamily="34" charset="0"/>
                </a:rPr>
                <a:t>C# Programming</a:t>
              </a:r>
              <a:endParaRPr lang="en-US" altLang="zh-CN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90204" pitchFamily="34" charset="0"/>
              </a:endParaRPr>
            </a:p>
          </p:txBody>
        </p:sp>
      </p:grpSp>
      <p:sp>
        <p:nvSpPr>
          <p:cNvPr id="3" name="Rectangles 2"/>
          <p:cNvSpPr/>
          <p:nvPr/>
        </p:nvSpPr>
        <p:spPr>
          <a:xfrm>
            <a:off x="3625850" y="2513965"/>
            <a:ext cx="4852670" cy="198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 sz="4400" dirty="0">
                <a:solidFill>
                  <a:schemeClr val="tx1"/>
                </a:solidFill>
                <a:sym typeface="+mn-ea"/>
              </a:rPr>
              <a:t>User defined function</a:t>
            </a:r>
            <a:endParaRPr lang="en-US" altLang="en-GB" sz="44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文本框 28"/>
          <p:cNvSpPr txBox="1"/>
          <p:nvPr/>
        </p:nvSpPr>
        <p:spPr>
          <a:xfrm>
            <a:off x="3450590" y="329565"/>
            <a:ext cx="4799330" cy="9467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buFont typeface="Arial" panose="020B0604020202090204" pitchFamily="34" charset="0"/>
            </a:pPr>
            <a:endParaRPr lang="en-US" altLang="en-US" sz="32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5905" y="329565"/>
            <a:ext cx="11500485" cy="6132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Screenshot 2025-10-31 at 11.39.3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05815"/>
            <a:ext cx="6167120" cy="5247005"/>
          </a:xfrm>
          <a:prstGeom prst="rect">
            <a:avLst/>
          </a:prstGeom>
        </p:spPr>
      </p:pic>
      <p:pic>
        <p:nvPicPr>
          <p:cNvPr id="5" name="Picture 4" descr="Screenshot 2025-10-31 at 11.40.00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570" y="384810"/>
            <a:ext cx="4073525" cy="4913630"/>
          </a:xfrm>
          <a:prstGeom prst="rect">
            <a:avLst/>
          </a:prstGeom>
        </p:spPr>
      </p:pic>
      <p:pic>
        <p:nvPicPr>
          <p:cNvPr id="6" name="Picture 5" descr="Screenshot 2025-10-31 at 11.40.47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570" y="5264150"/>
            <a:ext cx="4001135" cy="15005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2434173" y="1840865"/>
            <a:ext cx="7693442" cy="3779927"/>
            <a:chOff x="3457574" y="1980015"/>
            <a:chExt cx="5143501" cy="21168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753328" y="1980015"/>
              <a:ext cx="4495699" cy="2033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US" altLang="zh-CN" sz="115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THANK YOU!</a:t>
              </a:r>
              <a:endParaRPr lang="en-US" altLang="zh-CN" sz="115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Presentation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Helvetica Neue</vt:lpstr>
      <vt:lpstr>宋体-简</vt:lpstr>
      <vt:lpstr>Microsoft YaHei</vt:lpstr>
      <vt:lpstr>汉仪旗黑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Muhammadsodiq Shukurillayev</cp:lastModifiedBy>
  <cp:revision>32</cp:revision>
  <dcterms:created xsi:type="dcterms:W3CDTF">2025-10-31T02:41:10Z</dcterms:created>
  <dcterms:modified xsi:type="dcterms:W3CDTF">2025-10-31T02:41:10Z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1033-12.1.23143.23143</vt:lpwstr>
  </property>
  <property fmtid="{D5CDD505-2E9C-101B-9397-08002B2CF9AE}" pid="3" name="ICV">
    <vt:lpwstr>0AB30FAC3EF472F9501F04697B852BB0_43</vt:lpwstr>
  </property>
</Properties>
</file>